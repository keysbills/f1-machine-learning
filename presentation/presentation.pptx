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70" r:id="rId3"/>
    <p:sldMasterId id="2147483697" r:id="rId4"/>
    <p:sldMasterId id="2147483681" r:id="rId5"/>
    <p:sldMasterId id="2147483695" r:id="rId6"/>
  </p:sldMasterIdLst>
  <p:notesMasterIdLst>
    <p:notesMasterId r:id="rId13"/>
  </p:notesMasterIdLst>
  <p:handoutMasterIdLst>
    <p:handoutMasterId r:id="rId14"/>
  </p:handoutMasterIdLst>
  <p:sldIdLst>
    <p:sldId id="293" r:id="rId7"/>
    <p:sldId id="297" r:id="rId8"/>
    <p:sldId id="314" r:id="rId9"/>
    <p:sldId id="315" r:id="rId10"/>
    <p:sldId id="306" r:id="rId11"/>
    <p:sldId id="31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0000"/>
    <a:srgbClr val="4FE4C2"/>
    <a:srgbClr val="38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Helle Formatvorlage 3 - Akz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Designformatvorlage 2 - Akz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08"/>
    <p:restoredTop sz="90436"/>
  </p:normalViewPr>
  <p:slideViewPr>
    <p:cSldViewPr snapToGrid="0">
      <p:cViewPr varScale="1">
        <p:scale>
          <a:sx n="115" d="100"/>
          <a:sy n="115" d="100"/>
        </p:scale>
        <p:origin x="224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390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EFDDB-F079-06EB-B805-EFB48C247C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119065-D26A-6C9D-55F5-B7B288CA54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A0884-EAEC-9740-9DBA-4AD30EBFC13F}" type="datetimeFigureOut">
              <a:rPr lang="de-DE" smtClean="0">
                <a:latin typeface="Verdana" panose="020B0604030504040204" pitchFamily="34" charset="0"/>
              </a:rPr>
              <a:t>15.06.26</a:t>
            </a:fld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60D5E5-13D9-F3C5-648B-FBD2AE65F6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Verdana" panose="020B060403050404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312012-27ED-1E02-9192-FD64F44FF2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E0E6A-8394-3446-8052-6B7CFDB1369F}" type="slidenum">
              <a:rPr lang="de-DE" smtClean="0">
                <a:latin typeface="Verdana" panose="020B0604030504040204" pitchFamily="34" charset="0"/>
              </a:rPr>
              <a:t>‹Nr.›</a:t>
            </a:fld>
            <a:endParaRPr lang="de-DE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529593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9B95C53B-7A6C-E24E-B54E-F6FC19DC316B}" type="datetimeFigureOut">
              <a:rPr lang="de-DE" smtClean="0"/>
              <a:pPr/>
              <a:t>15.06.26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" panose="020B0604030504040204" pitchFamily="34" charset="0"/>
              </a:defRPr>
            </a:lvl1pPr>
          </a:lstStyle>
          <a:p>
            <a:fld id="{B31BC033-9760-8347-B118-F0D49F6902EF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65163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050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9145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A747-3014-5DE0-C022-600A2A68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01FE35-44B3-D5B6-A82B-E93F03967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0F096BA-EE25-508B-17DA-057DF18EE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source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OpenF1 REST API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Contains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various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endpoints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historical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and live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Endpoints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telemetry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f1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car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during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Races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/FP/Qualifyings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about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championship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Positiondata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cars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Team Radio and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many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more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OpenF1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used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populate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database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historical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From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on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database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will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maintained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FIA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officials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AEB0F5-7787-4085-0B32-D868D905F4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E4A3D8-E293-FE60-CFE3-956DD4362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3595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5149-669B-AF58-2CEF-49072907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13ABA6-BC8B-EC7F-51F2-0FE6BD611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EB400E9-6AF9-0275-A79C-5AA4A5307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Database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structure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all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data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table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meetings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-&gt;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meeting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race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weekend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table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drivers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-&gt;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each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driver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season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entered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there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Bridge Table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entries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-&gt;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each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driver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needs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registered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raceweekend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entry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convention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in PostgreSQL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exactely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characters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less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are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provided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rest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filled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with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spaces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always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only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self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documentation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real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error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if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less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than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VARCHAR(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up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to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characters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upper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bound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)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can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be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less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but not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more</a:t>
            </a: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Text: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unlimited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characters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Why not all Text: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input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validation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EC3B5D-BEF3-33E9-A4D8-5D650FDD3D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930546-0524-2683-F7CD-598BDF0C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09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7B1E-1788-6011-CF6A-2F24040A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5BF09A8-1988-6CD1-E316-984A0B285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A207F9-06A0-1AC5-1F6B-439359CEF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8BBDE4-2C20-5338-5374-985F118223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FFB10D-4C51-D8E5-6617-24652093B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4791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91A34-492C-32F6-4801-BEF87DA6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DF108B4-95D1-F56D-DA90-4E2EBA466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5EF9CBF-1BA9-AF96-CD3B-4E48E324D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0" i="0" kern="1200" dirty="0">
              <a:solidFill>
                <a:schemeClr val="tx1"/>
              </a:solidFill>
              <a:effectLst/>
              <a:latin typeface="Verdana" panose="020B0604030504040204" pitchFamily="34" charset="0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7AC6A8-C80A-9934-3A38-9232BCFDAB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C4DB-FCCD-5EE4-309B-D66EB5CE7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1BC033-9760-8347-B118-F0D49F6902EF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2716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B1988F21-5A25-69E7-C73A-E146CBC023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882" y="3650615"/>
            <a:ext cx="11342949" cy="123094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900"/>
              </a:lnSpc>
              <a:buNone/>
              <a:defRPr sz="2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de-DE" dirty="0"/>
              <a:t>Untertitel einfügen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CC6A145-9908-7CD7-CB5A-94A707EBB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000" y="2222938"/>
            <a:ext cx="11350832" cy="103065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Präsentationstitel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153126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EA56C-4DC7-27C6-3D89-D7D123521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400" y="1998000"/>
            <a:ext cx="11270582" cy="4023291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 marL="0" indent="0">
              <a:lnSpc>
                <a:spcPts val="21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buFont typeface="Arial" panose="020B0604020202020204" pitchFamily="34" charset="0"/>
              <a:buChar char="•"/>
              <a:defRPr sz="19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700"/>
            </a:lvl4pPr>
            <a:lvl5pPr marL="1828800" indent="0">
              <a:buFontTx/>
              <a:buNone/>
              <a:defRPr/>
            </a:lvl5pPr>
          </a:lstStyle>
          <a:p>
            <a:pPr marL="285750" marR="0" lvl="0" indent="-28575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Text 1-spaltig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AF1A46-A0B3-2FB9-0968-6EF470C7B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 descr="Name der Präsentation">
            <a:extLst>
              <a:ext uri="{FF2B5EF4-FFF2-40B4-BE49-F238E27FC236}">
                <a16:creationId xmlns:a16="http://schemas.microsoft.com/office/drawing/2014/main" id="{ECFF89F8-91CB-393E-BA0E-D2ADCBCDC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498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xtfolie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EA56C-4DC7-27C6-3D89-D7D123521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400" y="1998000"/>
            <a:ext cx="11270582" cy="4023291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 marL="0" indent="0" algn="l">
              <a:lnSpc>
                <a:spcPts val="2100"/>
              </a:lnSpc>
              <a:buFont typeface="Arial" panose="020B0604020202020204" pitchFamily="34" charset="0"/>
              <a:buNone/>
              <a:defRPr sz="2000"/>
            </a:lvl1pPr>
            <a:lvl2pPr marL="457200" indent="0">
              <a:buFont typeface="Arial" panose="020B0604020202020204" pitchFamily="34" charset="0"/>
              <a:buChar char="•"/>
              <a:defRPr sz="19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700"/>
            </a:lvl4pPr>
            <a:lvl5pPr marL="1828800" indent="0">
              <a:buFontTx/>
              <a:buNone/>
              <a:defRPr/>
            </a:lvl5pPr>
          </a:lstStyle>
          <a:p>
            <a:pPr marL="285750" marR="0" lvl="0" indent="-28575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dirty="0"/>
              <a:t>Text 1-spaltig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AF1A46-A0B3-2FB9-0968-6EF470C7B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 descr="Name der Präsentation">
            <a:extLst>
              <a:ext uri="{FF2B5EF4-FFF2-40B4-BE49-F238E27FC236}">
                <a16:creationId xmlns:a16="http://schemas.microsoft.com/office/drawing/2014/main" id="{ECFF89F8-91CB-393E-BA0E-D2ADCBCDC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603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6" y="1998732"/>
            <a:ext cx="11270582" cy="4021924"/>
          </a:xfrm>
          <a:prstGeom prst="rect">
            <a:avLst/>
          </a:prstGeom>
        </p:spPr>
        <p:txBody>
          <a:bodyPr lIns="0" tIns="0" rIns="0" bIns="0" numCol="2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2-spaltig </a:t>
            </a:r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556E5C76-A693-1C68-2C77-1D82721F8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 descr="Name der Präsentation">
            <a:extLst>
              <a:ext uri="{FF2B5EF4-FFF2-40B4-BE49-F238E27FC236}">
                <a16:creationId xmlns:a16="http://schemas.microsoft.com/office/drawing/2014/main" id="{13E558D2-FF94-BA0C-047C-86E993F6A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58C0EC3-F9A1-B936-6437-D33657421C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03794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/B Tex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B36ED-9DE1-14F3-ED3C-1DD9592F5F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6" y="2752626"/>
            <a:ext cx="5365485" cy="3278303"/>
          </a:xfrm>
          <a:prstGeom prst="rect">
            <a:avLst/>
          </a:prstGeom>
        </p:spPr>
        <p:txBody>
          <a:bodyPr wrap="square" lIns="0" tIns="0" rIns="0" bIns="0" numCol="1" spcCol="360000">
            <a:normAutofit/>
          </a:bodyPr>
          <a:lstStyle>
            <a:lvl1pPr marL="0" indent="0">
              <a:lnSpc>
                <a:spcPts val="2100"/>
              </a:lnSpc>
              <a:buClr>
                <a:schemeClr val="tx1"/>
              </a:buClr>
              <a:buSzPct val="125000"/>
              <a:buFontTx/>
              <a:buNone/>
              <a:tabLst/>
              <a:defRPr sz="2000"/>
            </a:lvl1pPr>
            <a:lvl2pPr marL="419100" indent="0">
              <a:lnSpc>
                <a:spcPts val="2600"/>
              </a:lnSpc>
              <a:buSzPct val="120000"/>
              <a:buFontTx/>
              <a:buNone/>
              <a:tabLst/>
              <a:defRPr sz="1900"/>
            </a:lvl2pPr>
            <a:lvl3pPr marL="876300" indent="0">
              <a:lnSpc>
                <a:spcPts val="2600"/>
              </a:lnSpc>
              <a:buSzPct val="115000"/>
              <a:buFontTx/>
              <a:buNone/>
              <a:tabLst/>
              <a:defRPr sz="1800"/>
            </a:lvl3pPr>
            <a:lvl4pPr marL="1333500" indent="0">
              <a:lnSpc>
                <a:spcPts val="2600"/>
              </a:lnSpc>
              <a:buSzPct val="100000"/>
              <a:buFontTx/>
              <a:buNone/>
              <a:tabLst/>
              <a:defRPr sz="1700"/>
            </a:lvl4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A</a:t>
            </a:r>
          </a:p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9" name="Foliennummernplatzhalter 2">
            <a:extLst>
              <a:ext uri="{FF2B5EF4-FFF2-40B4-BE49-F238E27FC236}">
                <a16:creationId xmlns:a16="http://schemas.microsoft.com/office/drawing/2014/main" id="{5FDA9BE9-7078-EA93-336B-0EB9301B3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 descr="Name der Präsentation">
            <a:extLst>
              <a:ext uri="{FF2B5EF4-FFF2-40B4-BE49-F238E27FC236}">
                <a16:creationId xmlns:a16="http://schemas.microsoft.com/office/drawing/2014/main" id="{748396ED-2088-B0CD-BDFC-F1EC2103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03E5BF33-F93F-3C23-6665-8FA8072AA1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076" y="2752626"/>
            <a:ext cx="5365485" cy="3278303"/>
          </a:xfrm>
          <a:prstGeom prst="rect">
            <a:avLst/>
          </a:prstGeom>
        </p:spPr>
        <p:txBody>
          <a:bodyPr wrap="square" lIns="0" tIns="0" rIns="0" bIns="0" numCol="1" spcCol="360000">
            <a:normAutofit/>
          </a:bodyPr>
          <a:lstStyle>
            <a:lvl1pPr marL="0" indent="0">
              <a:lnSpc>
                <a:spcPts val="2100"/>
              </a:lnSpc>
              <a:buClr>
                <a:schemeClr val="tx1"/>
              </a:buClr>
              <a:buSzPct val="125000"/>
              <a:buFontTx/>
              <a:buNone/>
              <a:tabLst/>
              <a:defRPr sz="2000"/>
            </a:lvl1pPr>
            <a:lvl2pPr marL="419100" indent="0">
              <a:lnSpc>
                <a:spcPts val="2600"/>
              </a:lnSpc>
              <a:buSzPct val="120000"/>
              <a:buFontTx/>
              <a:buNone/>
              <a:tabLst/>
              <a:defRPr sz="1900"/>
            </a:lvl2pPr>
            <a:lvl3pPr marL="876300" indent="0">
              <a:lnSpc>
                <a:spcPts val="2600"/>
              </a:lnSpc>
              <a:buSzPct val="115000"/>
              <a:buFontTx/>
              <a:buNone/>
              <a:tabLst/>
              <a:defRPr sz="1800"/>
            </a:lvl3pPr>
            <a:lvl4pPr marL="1333500" indent="0">
              <a:lnSpc>
                <a:spcPts val="2600"/>
              </a:lnSpc>
              <a:buSzPct val="100000"/>
              <a:buFontTx/>
              <a:buNone/>
              <a:tabLst/>
              <a:defRPr sz="1700"/>
            </a:lvl4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B</a:t>
            </a:r>
          </a:p>
        </p:txBody>
      </p:sp>
      <p:sp>
        <p:nvSpPr>
          <p:cNvPr id="13" name="Textplatzhalter 10">
            <a:extLst>
              <a:ext uri="{FF2B5EF4-FFF2-40B4-BE49-F238E27FC236}">
                <a16:creationId xmlns:a16="http://schemas.microsoft.com/office/drawing/2014/main" id="{AC5E88C0-0C4D-4276-72B4-D34F30B7E1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876" y="1989056"/>
            <a:ext cx="5365485" cy="56560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100"/>
              </a:lnSpc>
              <a:defRPr sz="2000" b="1"/>
            </a:lvl1pPr>
          </a:lstStyle>
          <a:p>
            <a:pPr lvl="0"/>
            <a:r>
              <a:rPr lang="de-DE" dirty="0"/>
              <a:t>Überschrift A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9A39B001-6C7E-A232-B94C-AAC2CA02B7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66913" y="1989056"/>
            <a:ext cx="5365485" cy="56560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2100"/>
              </a:lnSpc>
              <a:defRPr sz="2000" b="1"/>
            </a:lvl1pPr>
          </a:lstStyle>
          <a:p>
            <a:pPr lvl="0"/>
            <a:r>
              <a:rPr lang="de-DE" dirty="0"/>
              <a:t>Überschrift B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7F50630-AB0D-06E4-4A2F-E548C0BB6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362438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unnummerier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B36ED-9DE1-14F3-ED3C-1DD9592F5F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5" y="1998733"/>
            <a:ext cx="11270583" cy="4011650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25000"/>
              <a:buFont typeface="Systemschrift Normal"/>
              <a:buChar char="•"/>
              <a:tabLst/>
              <a:defRPr sz="2000">
                <a:solidFill>
                  <a:schemeClr val="tx1"/>
                </a:solidFill>
              </a:defRPr>
            </a:lvl1pPr>
            <a:lvl2pPr marL="889000" indent="-203200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SzPct val="120000"/>
              <a:buFont typeface="Systemschrift Normal"/>
              <a:buChar char="•"/>
              <a:tabLst/>
              <a:defRPr sz="1900"/>
            </a:lvl2pPr>
            <a:lvl3pPr marL="1333500" indent="-190500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SzPct val="110000"/>
              <a:buFont typeface="Systemschrift Normal"/>
              <a:buChar char="•"/>
              <a:tabLst/>
              <a:defRPr sz="1800"/>
            </a:lvl3pPr>
            <a:lvl4pPr marL="1816100" indent="-215900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SzPct val="110000"/>
              <a:buFont typeface="Systemschrift Normal"/>
              <a:buChar char="•"/>
              <a:tabLst/>
              <a:defRPr sz="1700"/>
            </a:lvl4pPr>
          </a:lstStyle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Aufzählungspunkt einfügen</a:t>
            </a:r>
          </a:p>
          <a:p>
            <a:pPr marL="10287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Aufzählungspunkt zweiter Ebene</a:t>
            </a:r>
          </a:p>
          <a:p>
            <a:pPr marL="1485900" marR="0" lvl="2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Aufzählungspunkt dritter Ebene</a:t>
            </a:r>
          </a:p>
          <a:p>
            <a:pPr marL="1943100" marR="0" lvl="3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Aufzählungspunkt vierter Ebene</a:t>
            </a:r>
          </a:p>
          <a:p>
            <a:pPr marL="1485900" marR="0" lvl="2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543B9E9F-8DF7-F620-E584-B8BF99285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3" descr="Name der Präsentation">
            <a:extLst>
              <a:ext uri="{FF2B5EF4-FFF2-40B4-BE49-F238E27FC236}">
                <a16:creationId xmlns:a16="http://schemas.microsoft.com/office/drawing/2014/main" id="{02F76F86-F606-2BF6-BD3D-3CFF9D8A2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72830B-3BF7-DF5E-EE78-0BFDD418A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31716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unnummerier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B36ED-9DE1-14F3-ED3C-1DD9592F5F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6" y="1998733"/>
            <a:ext cx="5365485" cy="4032197"/>
          </a:xfrm>
          <a:prstGeom prst="rect">
            <a:avLst/>
          </a:prstGeom>
        </p:spPr>
        <p:txBody>
          <a:bodyPr wrap="square" lIns="0" tIns="0" rIns="0" bIns="0" numCol="1" spcCol="360000">
            <a:normAutofit/>
          </a:bodyPr>
          <a:lstStyle>
            <a:lvl1pPr marL="215900" indent="-215900">
              <a:lnSpc>
                <a:spcPts val="2600"/>
              </a:lnSpc>
              <a:buClr>
                <a:schemeClr val="tx1"/>
              </a:buClr>
              <a:buSzPct val="125000"/>
              <a:buFont typeface="Systemschrift Normal"/>
              <a:buChar char="•"/>
              <a:tabLst/>
              <a:defRPr sz="2000"/>
            </a:lvl1pPr>
            <a:lvl2pPr marL="622300" indent="-203200">
              <a:lnSpc>
                <a:spcPts val="2600"/>
              </a:lnSpc>
              <a:buSzPct val="120000"/>
              <a:buFont typeface="Systemschrift Normal"/>
              <a:buChar char="•"/>
              <a:tabLst/>
              <a:defRPr sz="1900"/>
            </a:lvl2pPr>
            <a:lvl3pPr marL="1104900" indent="-228600">
              <a:lnSpc>
                <a:spcPts val="2600"/>
              </a:lnSpc>
              <a:buSzPct val="115000"/>
              <a:buFont typeface="Systemschrift Normal"/>
              <a:buChar char="•"/>
              <a:tabLst/>
              <a:defRPr sz="1800"/>
            </a:lvl3pPr>
            <a:lvl4pPr marL="1549400" indent="-215900">
              <a:lnSpc>
                <a:spcPts val="2600"/>
              </a:lnSpc>
              <a:buSzPct val="100000"/>
              <a:buFont typeface="Systemschrift Normal"/>
              <a:buChar char="•"/>
              <a:tabLst/>
              <a:defRPr sz="1700"/>
            </a:lvl4pPr>
          </a:lstStyle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Aufzählungspunkt einfügen</a:t>
            </a:r>
          </a:p>
          <a:p>
            <a:pPr marL="7620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1219200" marR="0" lvl="2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1676400" marR="0" lvl="3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</p:txBody>
      </p:sp>
      <p:sp>
        <p:nvSpPr>
          <p:cNvPr id="9" name="Foliennummernplatzhalter 2">
            <a:extLst>
              <a:ext uri="{FF2B5EF4-FFF2-40B4-BE49-F238E27FC236}">
                <a16:creationId xmlns:a16="http://schemas.microsoft.com/office/drawing/2014/main" id="{5FDA9BE9-7078-EA93-336B-0EB9301B3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 descr="Name der Präsentation">
            <a:extLst>
              <a:ext uri="{FF2B5EF4-FFF2-40B4-BE49-F238E27FC236}">
                <a16:creationId xmlns:a16="http://schemas.microsoft.com/office/drawing/2014/main" id="{748396ED-2088-B0CD-BDFC-F1EC2103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66E9EEAF-7D58-CDDF-9B35-2CABAC1269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3076" y="1998733"/>
            <a:ext cx="5365485" cy="4032197"/>
          </a:xfrm>
          <a:prstGeom prst="rect">
            <a:avLst/>
          </a:prstGeom>
        </p:spPr>
        <p:txBody>
          <a:bodyPr wrap="square" lIns="0" tIns="0" rIns="0" bIns="0" numCol="1" spcCol="360000">
            <a:normAutofit/>
          </a:bodyPr>
          <a:lstStyle>
            <a:lvl1pPr marL="215900" indent="-215900">
              <a:lnSpc>
                <a:spcPts val="2600"/>
              </a:lnSpc>
              <a:buClr>
                <a:schemeClr val="tx1"/>
              </a:buClr>
              <a:buSzPct val="125000"/>
              <a:buFont typeface="Systemschrift Normal"/>
              <a:buChar char="•"/>
              <a:tabLst/>
              <a:defRPr sz="2000"/>
            </a:lvl1pPr>
            <a:lvl2pPr marL="660400" indent="-241300">
              <a:lnSpc>
                <a:spcPts val="2600"/>
              </a:lnSpc>
              <a:buSzPct val="120000"/>
              <a:buFont typeface="Systemschrift Normal"/>
              <a:buChar char="•"/>
              <a:tabLst/>
              <a:defRPr sz="1900"/>
            </a:lvl2pPr>
            <a:lvl3pPr marL="1104900" indent="-228600">
              <a:lnSpc>
                <a:spcPts val="2600"/>
              </a:lnSpc>
              <a:buSzPct val="115000"/>
              <a:buFont typeface="Systemschrift Normal"/>
              <a:buChar char="•"/>
              <a:tabLst/>
              <a:defRPr sz="1800"/>
            </a:lvl3pPr>
            <a:lvl4pPr marL="1549400" indent="-215900">
              <a:lnSpc>
                <a:spcPts val="2600"/>
              </a:lnSpc>
              <a:buSzPct val="110000"/>
              <a:buFont typeface="Systemschrift Normal"/>
              <a:buChar char="•"/>
              <a:tabLst/>
              <a:defRPr sz="1700"/>
            </a:lvl4pPr>
          </a:lstStyle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Aufzählungspunkt einfügen</a:t>
            </a:r>
          </a:p>
          <a:p>
            <a:pPr marL="7620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1219200" marR="0" lvl="2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1676400" marR="0" lvl="3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Aufzählungsunterpunkt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A29F131-99E6-D812-F210-72CCDECD5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58460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nummeriert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B36ED-9DE1-14F3-ED3C-1DD9592F5F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5" y="1998733"/>
            <a:ext cx="11270583" cy="4021923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lnSpc>
                <a:spcPts val="2100"/>
              </a:lnSpc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/>
            </a:lvl1pPr>
            <a:lvl2pPr marL="533400" indent="-304800">
              <a:lnSpc>
                <a:spcPts val="2200"/>
              </a:lnSpc>
              <a:buFont typeface="+mj-lt"/>
              <a:buAutoNum type="arabicPeriod"/>
              <a:tabLst/>
              <a:defRPr sz="1900"/>
            </a:lvl2pPr>
            <a:lvl3pPr>
              <a:lnSpc>
                <a:spcPts val="2300"/>
              </a:lnSpc>
              <a:defRPr sz="1600"/>
            </a:lvl3pPr>
          </a:lstStyle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Nummerierte Aufzählung, 2-spaltig</a:t>
            </a:r>
          </a:p>
          <a:p>
            <a:pPr marL="5715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Hier steht ein Unterpunkt</a:t>
            </a:r>
          </a:p>
          <a:p>
            <a:pPr marL="5715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Hier steht ein Unterpunkt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2F9B2177-5B01-0B05-7AC7-2C4AB642D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3" descr="Name der Präsentation">
            <a:extLst>
              <a:ext uri="{FF2B5EF4-FFF2-40B4-BE49-F238E27FC236}">
                <a16:creationId xmlns:a16="http://schemas.microsoft.com/office/drawing/2014/main" id="{03E3D4BE-C3FE-A8BA-7DC5-C9DFD88C9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B56DE2-71FC-63ED-5615-5B87180B5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406588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 nummerier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87B36ED-9DE1-14F3-ED3C-1DD9592F5F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76" y="1997365"/>
            <a:ext cx="11270582" cy="4023291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266700" indent="-266700"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/>
            </a:lvl1pPr>
            <a:lvl2pPr marL="482600" indent="-254000">
              <a:lnSpc>
                <a:spcPts val="2000"/>
              </a:lnSpc>
              <a:buFont typeface="+mj-lt"/>
              <a:buAutoNum type="arabicPeriod"/>
              <a:tabLst/>
              <a:defRPr sz="1900"/>
            </a:lvl2pPr>
          </a:lstStyle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Nummerierte Aufzählung, 2-spaltig</a:t>
            </a:r>
          </a:p>
          <a:p>
            <a:pPr marL="5715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Hier steht ein Unterpunkt</a:t>
            </a:r>
          </a:p>
          <a:p>
            <a:pPr marL="571500" marR="0" lvl="1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r>
              <a:rPr lang="de-DE" dirty="0"/>
              <a:t>Hier steht ein Unterpunkt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r>
              <a:rPr lang="de-DE" dirty="0"/>
              <a:t>Aufzählungspunkt einfügen</a:t>
            </a:r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+mj-lt"/>
              <a:buAutoNum type="arabicPeriod"/>
              <a:tabLst/>
              <a:defRPr/>
            </a:pPr>
            <a:endParaRPr lang="de-DE" dirty="0"/>
          </a:p>
          <a:p>
            <a:pPr marL="342900" marR="0" lvl="0" indent="-34290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ct val="80000"/>
              <a:tabLst/>
              <a:defRPr/>
            </a:pPr>
            <a:endParaRPr lang="de-DE" dirty="0"/>
          </a:p>
        </p:txBody>
      </p:sp>
      <p:sp>
        <p:nvSpPr>
          <p:cNvPr id="7" name="Foliennummernplatzhalter 2">
            <a:extLst>
              <a:ext uri="{FF2B5EF4-FFF2-40B4-BE49-F238E27FC236}">
                <a16:creationId xmlns:a16="http://schemas.microsoft.com/office/drawing/2014/main" id="{3CC3BC2C-0A6B-9B3F-B1E9-9B118D0D6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Fußzeilenplatzhalter 3" descr="Name der Präsentation">
            <a:extLst>
              <a:ext uri="{FF2B5EF4-FFF2-40B4-BE49-F238E27FC236}">
                <a16:creationId xmlns:a16="http://schemas.microsoft.com/office/drawing/2014/main" id="{EC41ACE1-C645-C81D-F1CB-8C1398D06D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A4D5AE-D248-9AEA-C4C6-9BAD581C44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58297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Bild recht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1997999"/>
            <a:ext cx="5400000" cy="4050000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1542" y="1997999"/>
            <a:ext cx="5400000" cy="405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1889533B-A59E-1519-48D5-3DC8A114C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8D2C7D7B-E69B-3D81-A56F-6942679C0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DC081D-EF3E-D2E5-DFED-DD420522F2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426334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Bild link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003" y="1998000"/>
            <a:ext cx="5417539" cy="4050000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998000"/>
            <a:ext cx="5400000" cy="4050000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AE2B792A-551D-64DA-CD02-EAE908726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0C8488C0-3F99-AEC9-8BF4-3C6611BA9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CCA206-7886-88F7-9FDA-5B4C563B3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19649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Tabelle recht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AE2B792A-551D-64DA-CD02-EAE908726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0C8488C0-3F99-AEC9-8BF4-3C6611BA9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CCA206-7886-88F7-9FDA-5B4C563B3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4" name="Tabellenplatzhalter 5">
            <a:extLst>
              <a:ext uri="{FF2B5EF4-FFF2-40B4-BE49-F238E27FC236}">
                <a16:creationId xmlns:a16="http://schemas.microsoft.com/office/drawing/2014/main" id="{AF264CD6-62CC-07E3-AB3F-DE107D9FDF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324002" y="1998000"/>
            <a:ext cx="5417539" cy="405000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dirty="0"/>
          </a:p>
        </p:txBody>
      </p:sp>
      <p:sp>
        <p:nvSpPr>
          <p:cNvPr id="5" name="Textplatzhalter 8" descr="Textbereich">
            <a:extLst>
              <a:ext uri="{FF2B5EF4-FFF2-40B4-BE49-F238E27FC236}">
                <a16:creationId xmlns:a16="http://schemas.microsoft.com/office/drawing/2014/main" id="{BA1EDA5D-AC70-E880-F3B9-DFA8F759B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401" y="1997999"/>
            <a:ext cx="5400000" cy="4050000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353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Tabelle link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003" y="1998000"/>
            <a:ext cx="5417539" cy="4050000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AE2B792A-551D-64DA-CD02-EAE908726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0C8488C0-3F99-AEC9-8BF4-3C6611BA9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CCA206-7886-88F7-9FDA-5B4C563B3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3" name="Tabellenplatzhalter 5">
            <a:extLst>
              <a:ext uri="{FF2B5EF4-FFF2-40B4-BE49-F238E27FC236}">
                <a16:creationId xmlns:a16="http://schemas.microsoft.com/office/drawing/2014/main" id="{FF30E3BC-8ACB-AC21-6E7E-0CE0843322F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1998000"/>
            <a:ext cx="5399998" cy="4050000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8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Diagramm recht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AE2B792A-551D-64DA-CD02-EAE908726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0C8488C0-3F99-AEC9-8BF4-3C6611BA9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CCA206-7886-88F7-9FDA-5B4C563B3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4" name="Diagrammplatzhalter 6">
            <a:extLst>
              <a:ext uri="{FF2B5EF4-FFF2-40B4-BE49-F238E27FC236}">
                <a16:creationId xmlns:a16="http://schemas.microsoft.com/office/drawing/2014/main" id="{1E9E7822-2B29-2C7A-4D44-78A44D6AB1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324003" y="1998000"/>
            <a:ext cx="5399997" cy="405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>
              <a:defRPr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5" name="Textplatzhalter 8" descr="Textbereich">
            <a:extLst>
              <a:ext uri="{FF2B5EF4-FFF2-40B4-BE49-F238E27FC236}">
                <a16:creationId xmlns:a16="http://schemas.microsoft.com/office/drawing/2014/main" id="{A5ED4F51-6B05-D4BA-CCFE-3B038646A6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401" y="1997999"/>
            <a:ext cx="5400000" cy="4050000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004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Diagramm links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4003" y="1998000"/>
            <a:ext cx="5417539" cy="4050000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AE2B792A-551D-64DA-CD02-EAE908726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0C8488C0-3F99-AEC9-8BF4-3C6611BA9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CCA206-7886-88F7-9FDA-5B4C563B3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  <p:sp>
        <p:nvSpPr>
          <p:cNvPr id="3" name="Diagrammplatzhalter 6">
            <a:extLst>
              <a:ext uri="{FF2B5EF4-FFF2-40B4-BE49-F238E27FC236}">
                <a16:creationId xmlns:a16="http://schemas.microsoft.com/office/drawing/2014/main" id="{F7E267CE-B5D6-CA35-E11E-5DC777B7028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68001" y="1998000"/>
            <a:ext cx="5399997" cy="405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>
              <a:defRPr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341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Bild rechts (Hoch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399" y="1998000"/>
            <a:ext cx="6706675" cy="4019271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32176" y="486764"/>
            <a:ext cx="4235794" cy="5523148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B128EF4D-05F1-159C-0F7A-689813FC3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D9BFB7B8-69A6-CD6E-55D5-E0C7531E1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EEEAC-D011-DD9D-66AF-6A979A988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60" y="486764"/>
            <a:ext cx="6706676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304514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Bild links (Hoch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1180" y="1944000"/>
            <a:ext cx="7800362" cy="4081019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980000"/>
            <a:ext cx="3172970" cy="4045019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1619A3BF-5042-1757-72DB-E790821B9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3F8F3F74-6999-0C8A-B85E-D66836EB2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432814-B173-2478-AAC9-2F26FB6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6780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Bild links (groß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 descr="Textbereich">
            <a:extLst>
              <a:ext uri="{FF2B5EF4-FFF2-40B4-BE49-F238E27FC236}">
                <a16:creationId xmlns:a16="http://schemas.microsoft.com/office/drawing/2014/main" id="{77F7CC7D-8E46-7165-0753-462246BB4D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1510" y="486764"/>
            <a:ext cx="4210032" cy="5538255"/>
          </a:xfrm>
          <a:prstGeom prst="rect">
            <a:avLst/>
          </a:prstGeom>
        </p:spPr>
        <p:txBody>
          <a:bodyPr lIns="0" tIns="0" rIns="0" bIns="0" numCol="1" spcCol="360000">
            <a:normAutofit/>
          </a:bodyPr>
          <a:lstStyle>
            <a:lvl1pPr>
              <a:lnSpc>
                <a:spcPts val="2200"/>
              </a:lnSpc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1-spaltig </a:t>
            </a:r>
            <a:br>
              <a:rPr lang="de-DE" dirty="0"/>
            </a:br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980000"/>
            <a:ext cx="6706676" cy="4045019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1619A3BF-5042-1757-72DB-E790821B9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3F8F3F74-6999-0C8A-B85E-D66836EB2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B51C69B-5593-A3F2-19C6-0A7962E608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60" y="486764"/>
            <a:ext cx="6706676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255197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/Grafik 2-spaltig (Quer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999" y="1980000"/>
            <a:ext cx="5414232" cy="4050000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5" name="Bildplatzhalter 5" descr="Bild-/Grafikplatzhalter">
            <a:extLst>
              <a:ext uri="{FF2B5EF4-FFF2-40B4-BE49-F238E27FC236}">
                <a16:creationId xmlns:a16="http://schemas.microsoft.com/office/drawing/2014/main" id="{CE37ED4A-EF13-68FC-C13E-CA56EDF17B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2654" y="1980000"/>
            <a:ext cx="5414232" cy="4050000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2">
            <a:extLst>
              <a:ext uri="{FF2B5EF4-FFF2-40B4-BE49-F238E27FC236}">
                <a16:creationId xmlns:a16="http://schemas.microsoft.com/office/drawing/2014/main" id="{23468244-4577-1760-1A65-4C8585064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Fußzeilenplatzhalter 3" descr="Name der Präsentation">
            <a:extLst>
              <a:ext uri="{FF2B5EF4-FFF2-40B4-BE49-F238E27FC236}">
                <a16:creationId xmlns:a16="http://schemas.microsoft.com/office/drawing/2014/main" id="{47A32429-6E28-51B1-47E5-93A1B7E948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EE98B5-1C93-52D8-1A64-4A411AC86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180455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/Grafik 3-spaltig (Hochforma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3498FBFF-21A6-8A53-D774-2AE36E35B9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980000"/>
            <a:ext cx="3060317" cy="4043429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5" name="Bildplatzhalter 5" descr="Bild-/Grafikplatzhalter">
            <a:extLst>
              <a:ext uri="{FF2B5EF4-FFF2-40B4-BE49-F238E27FC236}">
                <a16:creationId xmlns:a16="http://schemas.microsoft.com/office/drawing/2014/main" id="{BDBE636D-7644-5DD7-7983-A78DF84A13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73385" y="1980000"/>
            <a:ext cx="3060317" cy="4043429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7" name="Bildplatzhalter 5" descr="Bild-/Grafikplatzhalter">
            <a:extLst>
              <a:ext uri="{FF2B5EF4-FFF2-40B4-BE49-F238E27FC236}">
                <a16:creationId xmlns:a16="http://schemas.microsoft.com/office/drawing/2014/main" id="{AE6B29C6-5FC9-8D06-84A0-4F4A2A7952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60771" y="1980000"/>
            <a:ext cx="3060317" cy="4043429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AFFAC34-594E-3311-28D9-EF7F323FE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 descr="Name der Präsentation">
            <a:extLst>
              <a:ext uri="{FF2B5EF4-FFF2-40B4-BE49-F238E27FC236}">
                <a16:creationId xmlns:a16="http://schemas.microsoft.com/office/drawing/2014/main" id="{B4DB2F6A-4A56-0802-D069-4FD5C0F2C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E930179-E7D5-F375-9D0C-1A38DC3E66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374431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mit Text 2-spaltig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EE53CB-693D-CD7D-F3C9-F8B062EEF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2E414B-17ED-A1CA-5AC4-0069F285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5" name="Bildplatzhalter 5" descr="Bild-/Grafikplatzhalter">
            <a:extLst>
              <a:ext uri="{FF2B5EF4-FFF2-40B4-BE49-F238E27FC236}">
                <a16:creationId xmlns:a16="http://schemas.microsoft.com/office/drawing/2014/main" id="{B77781FD-8A6C-4A7C-A555-DF8A3E9C68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558000"/>
            <a:ext cx="5426825" cy="4089157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6" name="Bildplatzhalter 5" descr="Bild-/Grafikplatzhalter">
            <a:extLst>
              <a:ext uri="{FF2B5EF4-FFF2-40B4-BE49-F238E27FC236}">
                <a16:creationId xmlns:a16="http://schemas.microsoft.com/office/drawing/2014/main" id="{2869A9E6-92FF-261B-3B45-64C4D98F17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98886" y="559932"/>
            <a:ext cx="5452209" cy="4089157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54DC245D-B22E-48E4-FC4C-186F713A6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4762901"/>
            <a:ext cx="5426825" cy="1343941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1800"/>
              </a:lnSpc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einfügen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B5D8C64-9398-B18A-7AED-77B91631AE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93765" y="4762901"/>
            <a:ext cx="5452209" cy="1343941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1800"/>
              </a:lnSpc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einfügen</a:t>
            </a:r>
          </a:p>
        </p:txBody>
      </p:sp>
    </p:spTree>
    <p:extLst>
      <p:ext uri="{BB962C8B-B14F-4D97-AF65-F5344CB8AC3E}">
        <p14:creationId xmlns:p14="http://schemas.microsoft.com/office/powerpoint/2010/main" val="256178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3-spaltig / Text 1-spalti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EE53CB-693D-CD7D-F3C9-F8B062EEF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2E414B-17ED-A1CA-5AC4-0069F285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Bildplatzhalter 5" descr="Bild-/Grafikplatzhalter">
            <a:extLst>
              <a:ext uri="{FF2B5EF4-FFF2-40B4-BE49-F238E27FC236}">
                <a16:creationId xmlns:a16="http://schemas.microsoft.com/office/drawing/2014/main" id="{92EC85F5-1B81-5776-51A3-4337214AB8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145" y="558257"/>
            <a:ext cx="7819016" cy="5468470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8163807-BEE5-D34A-4212-052DDE7F5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02477" y="558258"/>
            <a:ext cx="3190456" cy="5468470"/>
          </a:xfrm>
          <a:prstGeom prst="rect">
            <a:avLst/>
          </a:prstGeom>
        </p:spPr>
        <p:txBody>
          <a:bodyPr lIns="0" tIns="0" rIns="0" bIns="0" numCol="1" spcCol="360000">
            <a:noAutofit/>
          </a:bodyPr>
          <a:lstStyle>
            <a:lvl1pPr>
              <a:lnSpc>
                <a:spcPts val="1800"/>
              </a:lnSpc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Text einfügen</a:t>
            </a:r>
          </a:p>
        </p:txBody>
      </p:sp>
    </p:spTree>
    <p:extLst>
      <p:ext uri="{BB962C8B-B14F-4D97-AF65-F5344CB8AC3E}">
        <p14:creationId xmlns:p14="http://schemas.microsoft.com/office/powerpoint/2010/main" val="205389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/Grafik (Fullsiz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DEE53CB-693D-CD7D-F3C9-F8B062EEF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2E414B-17ED-A1CA-5AC4-0069F285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5" name="Bildplatzhalter 5" descr="Bild-/Grafikplatzhalter">
            <a:extLst>
              <a:ext uri="{FF2B5EF4-FFF2-40B4-BE49-F238E27FC236}">
                <a16:creationId xmlns:a16="http://schemas.microsoft.com/office/drawing/2014/main" id="{468ED8B2-7701-F53F-D1EC-93FF8291FB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558000"/>
            <a:ext cx="11283011" cy="5488621"/>
          </a:xfrm>
          <a:prstGeom prst="rect">
            <a:avLst/>
          </a:prstGeom>
          <a:noFill/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303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ellenplatzhalter 5">
            <a:extLst>
              <a:ext uri="{FF2B5EF4-FFF2-40B4-BE49-F238E27FC236}">
                <a16:creationId xmlns:a16="http://schemas.microsoft.com/office/drawing/2014/main" id="{1EF28A0D-062E-22CF-7233-3FAD76D484F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68000" y="1998732"/>
            <a:ext cx="11270583" cy="4023695"/>
          </a:xfrm>
          <a:prstGeom prst="rect">
            <a:avLst/>
          </a:prstGeom>
        </p:spPr>
        <p:txBody>
          <a:bodyPr lIns="0" tIns="0" rIns="0" bIns="0"/>
          <a:lstStyle/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2FA086E-77D7-6E7F-9807-9236F6663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 descr="Name der Präsentation">
            <a:extLst>
              <a:ext uri="{FF2B5EF4-FFF2-40B4-BE49-F238E27FC236}">
                <a16:creationId xmlns:a16="http://schemas.microsoft.com/office/drawing/2014/main" id="{059CCB29-7FDC-2DB5-7B33-8B2C2B4E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271E70B-EB55-7B9A-CE5F-8710F19C3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108975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agrammplatzhalter 6">
            <a:extLst>
              <a:ext uri="{FF2B5EF4-FFF2-40B4-BE49-F238E27FC236}">
                <a16:creationId xmlns:a16="http://schemas.microsoft.com/office/drawing/2014/main" id="{CDEAAA66-0D7C-7F4E-8FD7-16756D66974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68001" y="1998732"/>
            <a:ext cx="11270584" cy="40315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lIns="0" tIns="0" rIns="0" bIns="0"/>
          <a:lstStyle>
            <a:lvl1pPr>
              <a:defRPr>
                <a:ln>
                  <a:noFill/>
                </a:ln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F661BBD-DDF9-0947-7A4B-2EC1C90F5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 descr="Name der Präsentation">
            <a:extLst>
              <a:ext uri="{FF2B5EF4-FFF2-40B4-BE49-F238E27FC236}">
                <a16:creationId xmlns:a16="http://schemas.microsoft.com/office/drawing/2014/main" id="{BC3DDB73-B6BA-DC90-BFF2-7CB8BB96C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EC1B02-F8F6-D72E-9B92-022A091A4D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959" y="486764"/>
            <a:ext cx="11270583" cy="11054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Hier Folientitel einfügen</a:t>
            </a:r>
          </a:p>
        </p:txBody>
      </p:sp>
    </p:spTree>
    <p:extLst>
      <p:ext uri="{BB962C8B-B14F-4D97-AF65-F5344CB8AC3E}">
        <p14:creationId xmlns:p14="http://schemas.microsoft.com/office/powerpoint/2010/main" val="175965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512654C-E5AF-4FB2-19E6-7E35C1F51A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2800" y="4637315"/>
            <a:ext cx="3675062" cy="17634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00"/>
              </a:lnSpc>
              <a:spcAft>
                <a:spcPts val="1000"/>
              </a:spcAft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13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3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sz="13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>
              <a:buNone/>
              <a:defRPr sz="13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de-DE" noProof="0" dirty="0"/>
              <a:t>Kontaktdaten einfügen</a:t>
            </a:r>
          </a:p>
        </p:txBody>
      </p:sp>
    </p:spTree>
    <p:extLst>
      <p:ext uri="{BB962C8B-B14F-4D97-AF65-F5344CB8AC3E}">
        <p14:creationId xmlns:p14="http://schemas.microsoft.com/office/powerpoint/2010/main" val="97079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9B81932D-D775-DEDB-5D5E-F38A914B3FC7}"/>
              </a:ext>
            </a:extLst>
          </p:cNvPr>
          <p:cNvCxnSpPr>
            <a:cxnSpLocks/>
          </p:cNvCxnSpPr>
          <p:nvPr userDrawn="1"/>
        </p:nvCxnSpPr>
        <p:spPr>
          <a:xfrm>
            <a:off x="533586" y="3420000"/>
            <a:ext cx="1007999" cy="0"/>
          </a:xfrm>
          <a:prstGeom prst="line">
            <a:avLst/>
          </a:prstGeom>
          <a:ln w="4064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Grafik 6" descr="Logo der HAW Kiel">
            <a:extLst>
              <a:ext uri="{FF2B5EF4-FFF2-40B4-BE49-F238E27FC236}">
                <a16:creationId xmlns:a16="http://schemas.microsoft.com/office/drawing/2014/main" id="{16D008C5-5F67-A2CB-465D-22D1A76EFA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84693" y="307758"/>
            <a:ext cx="3053876" cy="88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4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89D92073-428A-7432-F3C6-521979D51513}"/>
              </a:ext>
            </a:extLst>
          </p:cNvPr>
          <p:cNvCxnSpPr>
            <a:cxnSpLocks/>
          </p:cNvCxnSpPr>
          <p:nvPr userDrawn="1"/>
        </p:nvCxnSpPr>
        <p:spPr>
          <a:xfrm>
            <a:off x="468000" y="1711100"/>
            <a:ext cx="1007999" cy="0"/>
          </a:xfrm>
          <a:prstGeom prst="line">
            <a:avLst/>
          </a:prstGeom>
          <a:noFill/>
          <a:ln w="40640" cap="flat" cmpd="sng" algn="ctr">
            <a:solidFill>
              <a:srgbClr val="00305D"/>
            </a:solidFill>
            <a:prstDash val="solid"/>
            <a:miter lim="800000"/>
          </a:ln>
          <a:effectLst/>
        </p:spPr>
      </p:cxnSp>
      <p:sp>
        <p:nvSpPr>
          <p:cNvPr id="12" name="Foliennummernplatzhalter 2">
            <a:extLst>
              <a:ext uri="{FF2B5EF4-FFF2-40B4-BE49-F238E27FC236}">
                <a16:creationId xmlns:a16="http://schemas.microsoft.com/office/drawing/2014/main" id="{155B049A-3538-8841-DF32-3F46AF7B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3" descr="Name der Präsentation">
            <a:extLst>
              <a:ext uri="{FF2B5EF4-FFF2-40B4-BE49-F238E27FC236}">
                <a16:creationId xmlns:a16="http://schemas.microsoft.com/office/drawing/2014/main" id="{66E97C37-09FD-F65C-EADC-E62FB8A90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Präsentationstitel</a:t>
            </a:r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225EA93F-598A-8212-0701-64029B67B21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552368" y="6300906"/>
            <a:ext cx="1187450" cy="2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9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8" r:id="rId2"/>
    <p:sldLayoutId id="2147483661" r:id="rId3"/>
    <p:sldLayoutId id="2147483667" r:id="rId4"/>
    <p:sldLayoutId id="2147483666" r:id="rId5"/>
    <p:sldLayoutId id="2147483663" r:id="rId6"/>
    <p:sldLayoutId id="2147483664" r:id="rId7"/>
    <p:sldLayoutId id="2147483665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3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0DFAF158-C6E6-B211-3C4C-294F432AF8BA}"/>
              </a:ext>
            </a:extLst>
          </p:cNvPr>
          <p:cNvCxnSpPr>
            <a:cxnSpLocks/>
          </p:cNvCxnSpPr>
          <p:nvPr userDrawn="1"/>
        </p:nvCxnSpPr>
        <p:spPr>
          <a:xfrm>
            <a:off x="468000" y="1711100"/>
            <a:ext cx="1007999" cy="0"/>
          </a:xfrm>
          <a:prstGeom prst="line">
            <a:avLst/>
          </a:prstGeom>
          <a:noFill/>
          <a:ln w="40640" cap="flat" cmpd="sng" algn="ctr">
            <a:solidFill>
              <a:srgbClr val="00305D"/>
            </a:solidFill>
            <a:prstDash val="solid"/>
            <a:miter lim="800000"/>
          </a:ln>
          <a:effectLst/>
        </p:spPr>
      </p:cxnSp>
      <p:sp>
        <p:nvSpPr>
          <p:cNvPr id="13" name="Foliennummernplatzhalter 2">
            <a:extLst>
              <a:ext uri="{FF2B5EF4-FFF2-40B4-BE49-F238E27FC236}">
                <a16:creationId xmlns:a16="http://schemas.microsoft.com/office/drawing/2014/main" id="{82294C9B-93E0-BE96-037C-39899D748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Fußzeilenplatzhalter 3" descr="Name der Präsentation">
            <a:extLst>
              <a:ext uri="{FF2B5EF4-FFF2-40B4-BE49-F238E27FC236}">
                <a16:creationId xmlns:a16="http://schemas.microsoft.com/office/drawing/2014/main" id="{EB016C6C-C946-ECED-A561-1AE7B955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93DCC66F-4F0A-74C9-5FCB-87C48EB5978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52368" y="6300906"/>
            <a:ext cx="1187450" cy="2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4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01" r:id="rId3"/>
    <p:sldLayoutId id="2147483703" r:id="rId4"/>
    <p:sldLayoutId id="2147483702" r:id="rId5"/>
    <p:sldLayoutId id="2147483704" r:id="rId6"/>
    <p:sldLayoutId id="2147483677" r:id="rId7"/>
    <p:sldLayoutId id="2147483678" r:id="rId8"/>
    <p:sldLayoutId id="2147483705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3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2">
            <a:extLst>
              <a:ext uri="{FF2B5EF4-FFF2-40B4-BE49-F238E27FC236}">
                <a16:creationId xmlns:a16="http://schemas.microsoft.com/office/drawing/2014/main" id="{82294C9B-93E0-BE96-037C-39899D748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Fußzeilenplatzhalter 3" descr="Name der Präsentation">
            <a:extLst>
              <a:ext uri="{FF2B5EF4-FFF2-40B4-BE49-F238E27FC236}">
                <a16:creationId xmlns:a16="http://schemas.microsoft.com/office/drawing/2014/main" id="{EB016C6C-C946-ECED-A561-1AE7B955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pic>
        <p:nvPicPr>
          <p:cNvPr id="2" name="Grafik 1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A7E9DA77-2A25-2ED3-2663-31F90B4265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52368" y="6300906"/>
            <a:ext cx="1187450" cy="2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5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3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liennummernplatzhalter 2">
            <a:extLst>
              <a:ext uri="{FF2B5EF4-FFF2-40B4-BE49-F238E27FC236}">
                <a16:creationId xmlns:a16="http://schemas.microsoft.com/office/drawing/2014/main" id="{B678B0C6-B019-F1A2-6EDF-78C03930B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8000" y="6320611"/>
            <a:ext cx="1068124" cy="209657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 dirty="0"/>
              <a:t>Seite </a:t>
            </a:r>
            <a:fld id="{726F1068-35E2-4A40-B3B8-43224BE1128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3" descr="Name der Präsentation">
            <a:extLst>
              <a:ext uri="{FF2B5EF4-FFF2-40B4-BE49-F238E27FC236}">
                <a16:creationId xmlns:a16="http://schemas.microsoft.com/office/drawing/2014/main" id="{A3A0E461-AEE9-12A4-2431-94246DBEE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5642" y="6320610"/>
            <a:ext cx="5062083" cy="209663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Präsentationstitel</a:t>
            </a:r>
            <a:endParaRPr lang="de-DE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FD53F7F7-1B81-68FD-66F0-69D91B3872A6}"/>
              </a:ext>
            </a:extLst>
          </p:cNvPr>
          <p:cNvCxnSpPr>
            <a:cxnSpLocks/>
          </p:cNvCxnSpPr>
          <p:nvPr userDrawn="1"/>
        </p:nvCxnSpPr>
        <p:spPr>
          <a:xfrm>
            <a:off x="468000" y="1711100"/>
            <a:ext cx="1007999" cy="0"/>
          </a:xfrm>
          <a:prstGeom prst="line">
            <a:avLst/>
          </a:prstGeom>
          <a:noFill/>
          <a:ln w="40640" cap="flat" cmpd="sng" algn="ctr">
            <a:solidFill>
              <a:srgbClr val="00305D"/>
            </a:solidFill>
            <a:prstDash val="solid"/>
            <a:miter lim="800000"/>
          </a:ln>
          <a:effectLst/>
        </p:spPr>
      </p:cxnSp>
      <p:pic>
        <p:nvPicPr>
          <p:cNvPr id="3" name="Grafik 2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A69764F-B8BF-8A18-05AA-B0D590071B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52368" y="6300906"/>
            <a:ext cx="1187450" cy="2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3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F5A3B0D2-32AE-6A84-BC3A-695330101BAE}"/>
              </a:ext>
            </a:extLst>
          </p:cNvPr>
          <p:cNvCxnSpPr>
            <a:cxnSpLocks/>
          </p:cNvCxnSpPr>
          <p:nvPr userDrawn="1"/>
        </p:nvCxnSpPr>
        <p:spPr>
          <a:xfrm>
            <a:off x="533586" y="2527070"/>
            <a:ext cx="1007999" cy="0"/>
          </a:xfrm>
          <a:prstGeom prst="line">
            <a:avLst/>
          </a:prstGeom>
          <a:ln w="4064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26CA04A2-4DC6-3070-8593-A0CF65D61349}"/>
              </a:ext>
            </a:extLst>
          </p:cNvPr>
          <p:cNvSpPr txBox="1"/>
          <p:nvPr userDrawn="1"/>
        </p:nvSpPr>
        <p:spPr>
          <a:xfrm>
            <a:off x="533586" y="2701406"/>
            <a:ext cx="957561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4000" dirty="0">
                <a:solidFill>
                  <a:schemeClr val="tx2"/>
                </a:solidFill>
              </a:rPr>
              <a:t>Vielen Dank </a:t>
            </a:r>
          </a:p>
          <a:p>
            <a:r>
              <a:rPr lang="de-DE" sz="4000" dirty="0">
                <a:solidFill>
                  <a:schemeClr val="tx2"/>
                </a:solidFill>
              </a:rPr>
              <a:t>für Ihre Aufmerksamkeit.</a:t>
            </a:r>
          </a:p>
        </p:txBody>
      </p:sp>
      <p:pic>
        <p:nvPicPr>
          <p:cNvPr id="5" name="Grafik 4" descr="Logo der HAW Kiel">
            <a:extLst>
              <a:ext uri="{FF2B5EF4-FFF2-40B4-BE49-F238E27FC236}">
                <a16:creationId xmlns:a16="http://schemas.microsoft.com/office/drawing/2014/main" id="{0E6CE18A-B45F-C1EC-A077-BFFF4A78F9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84693" y="307758"/>
            <a:ext cx="3053876" cy="88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7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f1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github.com/br-g/openf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A387499-6283-2BD1-86F4-52509E680A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1883" y="3650615"/>
            <a:ext cx="5919914" cy="1230948"/>
          </a:xfrm>
        </p:spPr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prediction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race</a:t>
            </a:r>
            <a:r>
              <a:rPr lang="de-DE" dirty="0"/>
              <a:t> </a:t>
            </a:r>
            <a:r>
              <a:rPr lang="de-DE" dirty="0" err="1"/>
              <a:t>engineers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sz="1600" dirty="0"/>
              <a:t>By Yaacoub Harkat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8165BD-65D3-1E47-886F-E707C5D320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sz="3200" b="1" dirty="0"/>
              <a:t>Formula 1 </a:t>
            </a:r>
            <a:r>
              <a:rPr lang="de-DE" sz="3200" b="1" dirty="0" err="1"/>
              <a:t>lap</a:t>
            </a:r>
            <a:r>
              <a:rPr lang="de-DE" sz="3200" b="1" dirty="0"/>
              <a:t> time </a:t>
            </a:r>
            <a:r>
              <a:rPr lang="de-DE" sz="3200" b="1" dirty="0" err="1"/>
              <a:t>prediction</a:t>
            </a:r>
            <a:endParaRPr lang="de-DE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284557E-47A3-8829-6DA9-1129C1607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796" y="4207387"/>
            <a:ext cx="4284810" cy="1071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52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E5F48-9113-72F5-3ADF-DF782484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de-DE" dirty="0"/>
              <a:t>Problem &amp; Story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EFC480-6108-1407-0DAB-9CCF44B95B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F1 Teams want to improve their performance every season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Data-driven strategy decisions are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Tool to consult the race engineer in deciding whether a pit stop should be made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1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12DFF2-BCF5-76F0-D9ED-F596F5E49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726F1068-35E2-4A40-B3B8-43224BE1128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9F173E-64BF-9F45-837E-C4656723D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Data Storage and Data Lake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343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AAC0-6230-6819-E13A-77AE1A93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BF019-9AC5-AF62-1162-A964586F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predicted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8FFFFA-14C5-A894-946F-4FB26DF39D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00" y="1998001"/>
            <a:ext cx="11270582" cy="32570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Stint: time period between pit stops (tire change)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Each lap the tire wears and the car becomes slower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1"/>
              <a:t>Goal predict the the delta lap time compared to the first lap of a stint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DCD263-3112-BE9A-D29F-274160A74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726F1068-35E2-4A40-B3B8-43224BE1128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621D34-F85B-9FE5-4387-E325BF76B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Data Storage and Data Lake</a:t>
            </a:r>
          </a:p>
          <a:p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27ED90B-B535-4515-1743-A6769A3A9EFC}"/>
              </a:ext>
            </a:extLst>
          </p:cNvPr>
          <p:cNvSpPr txBox="1">
            <a:spLocks/>
          </p:cNvSpPr>
          <p:nvPr/>
        </p:nvSpPr>
        <p:spPr>
          <a:xfrm>
            <a:off x="460709" y="5459193"/>
            <a:ext cx="11270582" cy="649995"/>
          </a:xfrm>
          <a:prstGeom prst="rect">
            <a:avLst/>
          </a:prstGeom>
        </p:spPr>
        <p:txBody>
          <a:bodyPr lIns="0" tIns="0" rIns="0" bIns="0" numCol="1" spcCol="36000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1">
                <a:hlinkClick r:id="rId3"/>
              </a:rPr>
              <a:t>www.openf1.org</a:t>
            </a:r>
            <a:endParaRPr lang="en-US" noProof="1"/>
          </a:p>
          <a:p>
            <a:r>
              <a:rPr lang="en-US" noProof="1">
                <a:hlinkClick r:id="rId4"/>
              </a:rPr>
              <a:t>www.github.com/br-g/openf1</a:t>
            </a:r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7615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5FFE9-2C85-59DA-B68B-DA1A6F25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29B623-C736-E7A5-1883-CF1771B75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726F1068-35E2-4A40-B3B8-43224BE1128A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C5D3586-D6F1-0BB7-AD18-E239C92E4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98" t="2904" r="5624" b="3024"/>
          <a:stretch>
            <a:fillRect/>
          </a:stretch>
        </p:blipFill>
        <p:spPr>
          <a:xfrm>
            <a:off x="726688" y="321379"/>
            <a:ext cx="10738624" cy="599923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9875A24-CC79-5F2D-D644-D1631711F98F}"/>
              </a:ext>
            </a:extLst>
          </p:cNvPr>
          <p:cNvSpPr txBox="1"/>
          <p:nvPr/>
        </p:nvSpPr>
        <p:spPr>
          <a:xfrm>
            <a:off x="144966" y="1572322"/>
            <a:ext cx="7694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8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8E3D-9C45-5F98-FA64-07811289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0AF5EA-1F4E-6A89-92AF-0E6FD9ECB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726F1068-35E2-4A40-B3B8-43224BE1128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A92243-2727-A9BE-37B9-6037275C7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Data Storage and Data Lake</a:t>
            </a:r>
          </a:p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33C4C69-816C-1F5A-17E8-DB90E3D8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4" y="327727"/>
            <a:ext cx="11789411" cy="565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1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92E9-0E6F-5355-C002-BBCA55EB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2ECE4-9A0D-318A-95A0-D43293FA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de-DE" dirty="0"/>
              <a:t>Features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4EA179-B2DD-2A08-EB9D-506A01BA1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dirty="0"/>
              <a:t>Page </a:t>
            </a:r>
            <a:fld id="{726F1068-35E2-4A40-B3B8-43224BE1128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CE7739-D7A9-F1AD-8796-BAB252AD8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Data Storage and Data Lake</a:t>
            </a:r>
          </a:p>
          <a:p>
            <a:endParaRPr lang="de-DE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C9A3F67-E1C7-0BA6-CE91-DA87EAF72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567643"/>
              </p:ext>
            </p:extLst>
          </p:nvPr>
        </p:nvGraphicFramePr>
        <p:xfrm>
          <a:off x="3280537" y="1203960"/>
          <a:ext cx="5956045" cy="4450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92959">
                  <a:extLst>
                    <a:ext uri="{9D8B030D-6E8A-4147-A177-3AD203B41FA5}">
                      <a16:colId xmlns:a16="http://schemas.microsoft.com/office/drawing/2014/main" val="2104985876"/>
                    </a:ext>
                  </a:extLst>
                </a:gridCol>
                <a:gridCol w="3863086">
                  <a:extLst>
                    <a:ext uri="{9D8B030D-6E8A-4147-A177-3AD203B41FA5}">
                      <a16:colId xmlns:a16="http://schemas.microsoft.com/office/drawing/2014/main" val="38225406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910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track_id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Unique Identifier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a track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853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team_id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Unique Identifier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a </a:t>
                      </a:r>
                      <a:r>
                        <a:rPr lang="de-DE" sz="1200" dirty="0" err="1"/>
                        <a:t>team</a:t>
                      </a:r>
                      <a:endParaRPr lang="de-DE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580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year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Year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a </a:t>
                      </a:r>
                      <a:r>
                        <a:rPr lang="de-DE" sz="1200" dirty="0" err="1"/>
                        <a:t>season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is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needed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for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change</a:t>
                      </a:r>
                      <a:r>
                        <a:rPr lang="de-DE" sz="1200" dirty="0"/>
                        <a:t> in </a:t>
                      </a:r>
                      <a:r>
                        <a:rPr lang="de-DE" sz="1200" dirty="0" err="1"/>
                        <a:t>rules</a:t>
                      </a:r>
                      <a:endParaRPr lang="de-DE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920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stint_age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Lap </a:t>
                      </a:r>
                      <a:r>
                        <a:rPr lang="de-DE" sz="1200" dirty="0" err="1"/>
                        <a:t>number</a:t>
                      </a:r>
                      <a:r>
                        <a:rPr lang="de-DE" sz="1200" dirty="0"/>
                        <a:t> in a </a:t>
                      </a:r>
                      <a:r>
                        <a:rPr lang="de-DE" sz="1200" dirty="0" err="1"/>
                        <a:t>stint</a:t>
                      </a:r>
                      <a:endParaRPr lang="de-DE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77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/>
                        <a:t>compound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Tire compound (Soft, Medium, Hard)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130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tyre_age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Number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laps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tire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has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been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used</a:t>
                      </a:r>
                      <a:endParaRPr lang="de-DE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835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air_temperature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Temperature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air</a:t>
                      </a:r>
                      <a:r>
                        <a:rPr lang="de-DE" sz="1200" dirty="0"/>
                        <a:t> in 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78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track_temperature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Temperature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of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the</a:t>
                      </a:r>
                      <a:r>
                        <a:rPr lang="de-DE" sz="1200" dirty="0"/>
                        <a:t> track in °C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88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humidity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Air </a:t>
                      </a:r>
                      <a:r>
                        <a:rPr lang="de-DE" sz="1200" dirty="0" err="1"/>
                        <a:t>humidity</a:t>
                      </a:r>
                      <a:r>
                        <a:rPr lang="de-DE" sz="1200" dirty="0"/>
                        <a:t> in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413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rainfall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Rainfall</a:t>
                      </a:r>
                      <a:r>
                        <a:rPr lang="de-DE" sz="1200" dirty="0"/>
                        <a:t> (True/</a:t>
                      </a:r>
                      <a:r>
                        <a:rPr lang="de-DE" sz="1200" dirty="0" err="1"/>
                        <a:t>False</a:t>
                      </a:r>
                      <a:r>
                        <a:rPr lang="de-DE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504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200" b="1" dirty="0" err="1"/>
                        <a:t>race_progess</a:t>
                      </a:r>
                      <a:endParaRPr lang="de-DE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For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fuel</a:t>
                      </a:r>
                      <a:r>
                        <a:rPr lang="de-DE" sz="1200" dirty="0"/>
                        <a:t> </a:t>
                      </a:r>
                      <a:r>
                        <a:rPr lang="de-DE" sz="1200" dirty="0" err="1"/>
                        <a:t>consumption</a:t>
                      </a:r>
                      <a:endParaRPr lang="de-DE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73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68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ster Titel">
  <a:themeElements>
    <a:clrScheme name="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85C3DF"/>
      </a:accent1>
      <a:accent2>
        <a:srgbClr val="D67B19"/>
      </a:accent2>
      <a:accent3>
        <a:srgbClr val="EAB814"/>
      </a:accent3>
      <a:accent4>
        <a:srgbClr val="00305D"/>
      </a:accent4>
      <a:accent5>
        <a:srgbClr val="00305D"/>
      </a:accent5>
      <a:accent6>
        <a:srgbClr val="00305D"/>
      </a:accent6>
      <a:hlink>
        <a:srgbClr val="0563C1"/>
      </a:hlink>
      <a:folHlink>
        <a:srgbClr val="954F72"/>
      </a:folHlink>
    </a:clrScheme>
    <a:fontScheme name="FH Kiel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7513C349-C68B-B246-AA38-4A2E105AA791}"/>
    </a:ext>
  </a:extLst>
</a:theme>
</file>

<file path=ppt/theme/theme2.xml><?xml version="1.0" encoding="utf-8"?>
<a:theme xmlns:a="http://schemas.openxmlformats.org/drawingml/2006/main" name="Master Text">
  <a:themeElements>
    <a:clrScheme name="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00305D"/>
      </a:accent1>
      <a:accent2>
        <a:srgbClr val="D67B19"/>
      </a:accent2>
      <a:accent3>
        <a:srgbClr val="EAB814"/>
      </a:accent3>
      <a:accent4>
        <a:srgbClr val="85C3DF"/>
      </a:accent4>
      <a:accent5>
        <a:srgbClr val="00305D"/>
      </a:accent5>
      <a:accent6>
        <a:srgbClr val="00305D"/>
      </a:accent6>
      <a:hlink>
        <a:srgbClr val="0563C1"/>
      </a:hlink>
      <a:folHlink>
        <a:srgbClr val="954F72"/>
      </a:folHlink>
    </a:clrScheme>
    <a:fontScheme name="FH Kiel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E498FE18-F5F0-7448-82F1-E352050891A1}"/>
    </a:ext>
  </a:extLst>
</a:theme>
</file>

<file path=ppt/theme/theme3.xml><?xml version="1.0" encoding="utf-8"?>
<a:theme xmlns:a="http://schemas.openxmlformats.org/drawingml/2006/main" name="Master Text-/Bild">
  <a:themeElements>
    <a:clrScheme name="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00305D"/>
      </a:accent1>
      <a:accent2>
        <a:srgbClr val="D67B19"/>
      </a:accent2>
      <a:accent3>
        <a:srgbClr val="EAB814"/>
      </a:accent3>
      <a:accent4>
        <a:srgbClr val="85C3DF"/>
      </a:accent4>
      <a:accent5>
        <a:srgbClr val="00305D"/>
      </a:accent5>
      <a:accent6>
        <a:srgbClr val="0030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8BA8187A-8C59-9A41-8E5B-5F9686EF6A60}"/>
    </a:ext>
  </a:extLst>
</a:theme>
</file>

<file path=ppt/theme/theme4.xml><?xml version="1.0" encoding="utf-8"?>
<a:theme xmlns:a="http://schemas.openxmlformats.org/drawingml/2006/main" name="Master Text-/Bild ohne Abschlusslinie">
  <a:themeElements>
    <a:clrScheme name="Farbenset 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85C3DF"/>
      </a:accent1>
      <a:accent2>
        <a:srgbClr val="D67B19"/>
      </a:accent2>
      <a:accent3>
        <a:srgbClr val="EAB814"/>
      </a:accent3>
      <a:accent4>
        <a:srgbClr val="00305D"/>
      </a:accent4>
      <a:accent5>
        <a:srgbClr val="00305D"/>
      </a:accent5>
      <a:accent6>
        <a:srgbClr val="0030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CFB7C0AE-8135-874A-8EDD-C807D190E10C}"/>
    </a:ext>
  </a:extLst>
</a:theme>
</file>

<file path=ppt/theme/theme5.xml><?xml version="1.0" encoding="utf-8"?>
<a:theme xmlns:a="http://schemas.openxmlformats.org/drawingml/2006/main" name="Master Tabelle/Diagramm">
  <a:themeElements>
    <a:clrScheme name="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00305D"/>
      </a:accent1>
      <a:accent2>
        <a:srgbClr val="85C3DE"/>
      </a:accent2>
      <a:accent3>
        <a:srgbClr val="D67B19"/>
      </a:accent3>
      <a:accent4>
        <a:srgbClr val="E9B814"/>
      </a:accent4>
      <a:accent5>
        <a:srgbClr val="85C3DE"/>
      </a:accent5>
      <a:accent6>
        <a:srgbClr val="002F5D"/>
      </a:accent6>
      <a:hlink>
        <a:srgbClr val="0563C1"/>
      </a:hlink>
      <a:folHlink>
        <a:srgbClr val="954F72"/>
      </a:folHlink>
    </a:clrScheme>
    <a:fontScheme name="FH Kiel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C34C0F1F-51D4-E246-8274-23F598F31437}"/>
    </a:ext>
  </a:extLst>
</a:theme>
</file>

<file path=ppt/theme/theme6.xml><?xml version="1.0" encoding="utf-8"?>
<a:theme xmlns:a="http://schemas.openxmlformats.org/drawingml/2006/main" name="Master Schlussfolie">
  <a:themeElements>
    <a:clrScheme name="Farbenset FH Kiel">
      <a:dk1>
        <a:srgbClr val="00305D"/>
      </a:dk1>
      <a:lt1>
        <a:srgbClr val="FFFFFF"/>
      </a:lt1>
      <a:dk2>
        <a:srgbClr val="00305D"/>
      </a:dk2>
      <a:lt2>
        <a:srgbClr val="FFFFFF"/>
      </a:lt2>
      <a:accent1>
        <a:srgbClr val="85C3DF"/>
      </a:accent1>
      <a:accent2>
        <a:srgbClr val="D67B19"/>
      </a:accent2>
      <a:accent3>
        <a:srgbClr val="EAB814"/>
      </a:accent3>
      <a:accent4>
        <a:srgbClr val="00305D"/>
      </a:accent4>
      <a:accent5>
        <a:srgbClr val="00305D"/>
      </a:accent5>
      <a:accent6>
        <a:srgbClr val="00305D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orlagen_HAW_Powerpoint_250424_DE_16zu9" id="{1A3FEC85-299D-4449-89F0-6596800689CF}" vid="{F2967AE0-66A4-EC45-B0C7-B83086312AAE}"/>
    </a:ext>
  </a:extLst>
</a:theme>
</file>

<file path=ppt/theme/theme7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Titel</Template>
  <TotalTime>0</TotalTime>
  <Words>417</Words>
  <Application>Microsoft Macintosh PowerPoint</Application>
  <PresentationFormat>Breitbild</PresentationFormat>
  <Paragraphs>72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Arial</vt:lpstr>
      <vt:lpstr>Systemschrift Normal</vt:lpstr>
      <vt:lpstr>Verdana</vt:lpstr>
      <vt:lpstr>Master Titel</vt:lpstr>
      <vt:lpstr>Master Text</vt:lpstr>
      <vt:lpstr>Master Text-/Bild</vt:lpstr>
      <vt:lpstr>Master Text-/Bild ohne Abschlusslinie</vt:lpstr>
      <vt:lpstr>Master Tabelle/Diagramm</vt:lpstr>
      <vt:lpstr>Master Schlussfolie</vt:lpstr>
      <vt:lpstr>PowerPoint-Präsentation</vt:lpstr>
      <vt:lpstr>Problem &amp; Story</vt:lpstr>
      <vt:lpstr>What should be predicted</vt:lpstr>
      <vt:lpstr>PowerPoint-Präsentation</vt:lpstr>
      <vt:lpstr>PowerPoint-Präsentation</vt:lpstr>
      <vt:lpstr>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Yaacoub Harkat</dc:creator>
  <cp:lastModifiedBy>Yaacoub Harkat</cp:lastModifiedBy>
  <cp:revision>36</cp:revision>
  <dcterms:created xsi:type="dcterms:W3CDTF">2026-04-06T15:04:13Z</dcterms:created>
  <dcterms:modified xsi:type="dcterms:W3CDTF">2026-06-17T06:38:03Z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db35b9b-34e3-4211-8ec1-253280c6bd5e_Enabled">
    <vt:lpwstr>true</vt:lpwstr>
  </property>
  <property fmtid="{D5CDD505-2E9C-101B-9397-08002B2CF9AE}" pid="3" name="MSIP_Label_8db35b9b-34e3-4211-8ec1-253280c6bd5e_SetDate">
    <vt:lpwstr>2026-04-06T15:05:16Z</vt:lpwstr>
  </property>
  <property fmtid="{D5CDD505-2E9C-101B-9397-08002B2CF9AE}" pid="4" name="MSIP_Label_8db35b9b-34e3-4211-8ec1-253280c6bd5e_Method">
    <vt:lpwstr>Privileged</vt:lpwstr>
  </property>
  <property fmtid="{D5CDD505-2E9C-101B-9397-08002B2CF9AE}" pid="5" name="MSIP_Label_8db35b9b-34e3-4211-8ec1-253280c6bd5e_Name">
    <vt:lpwstr>C1 - Public</vt:lpwstr>
  </property>
  <property fmtid="{D5CDD505-2E9C-101B-9397-08002B2CF9AE}" pid="6" name="MSIP_Label_8db35b9b-34e3-4211-8ec1-253280c6bd5e_SiteId">
    <vt:lpwstr>dca04e92-b0c8-46b4-9d33-f893be36d972</vt:lpwstr>
  </property>
  <property fmtid="{D5CDD505-2E9C-101B-9397-08002B2CF9AE}" pid="7" name="MSIP_Label_8db35b9b-34e3-4211-8ec1-253280c6bd5e_ActionId">
    <vt:lpwstr>7cfb5e2a-15da-4ad4-97a7-6014dec84c2b</vt:lpwstr>
  </property>
  <property fmtid="{D5CDD505-2E9C-101B-9397-08002B2CF9AE}" pid="8" name="MSIP_Label_8db35b9b-34e3-4211-8ec1-253280c6bd5e_ContentBits">
    <vt:lpwstr>0</vt:lpwstr>
  </property>
  <property fmtid="{D5CDD505-2E9C-101B-9397-08002B2CF9AE}" pid="9" name="MSIP_Label_8db35b9b-34e3-4211-8ec1-253280c6bd5e_Tag">
    <vt:lpwstr>50, 0, 1, 1</vt:lpwstr>
  </property>
</Properties>
</file>